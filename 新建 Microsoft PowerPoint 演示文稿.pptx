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3D532-860B-182F-AB39-838903F54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39B868-E38D-624F-E00A-A754E7142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2C102-4CE5-C0AD-93C1-1627E4CC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97D3BC-E716-FE55-AF5F-997C8AB3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D1B07-501B-6870-53F0-ABD27481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084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D4A49-FDDD-F9D3-2699-290159C9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655B8A-62E1-F59F-E794-0B3B8F024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2DD97C-CFCF-53B9-BAD9-D7462389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B88A28-7C84-414D-3DE7-37074ACF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A83E8-A024-D4FC-5D81-F7353EA1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052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2DA4A-A0DC-E63E-446B-EB7D84F9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079E9E-0F06-934B-4254-677A3E7C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54ED8-E7D7-46BC-1D95-0766031E9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BD403B-E176-1510-C986-B7B575D9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C47FD6-62C5-F07D-84FA-5946AFC07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64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9F088-2E17-775B-90D1-E5EAD21C3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FFCC39-AC9F-C205-EDBC-BA82DB8B4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922824-120C-358A-F9C5-28225B718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94971B-3D3A-A804-E377-715BFC2C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357037-71CB-C4C0-2AE6-0B5E2E8F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2D9A8-E730-17D3-CAC2-4017642D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89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F6D63-C5DE-9C62-B237-86216F9A1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7F2F20-E7CE-5065-6ECA-56222BB32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9D7CA5-B284-7EDE-5D3F-9076B71AE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480EE4-BBBC-BDE4-9C77-301F5672AF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DDB695-3AAE-464C-11E7-ED764234B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B702B8-04E7-2457-9742-443A2F78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55C706-A0FD-1F46-F0F5-4FD894C8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C599BD-D6C2-C45F-CA44-C166FAF5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69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905E9-583D-E4D2-299B-BBC4001D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4D87A6-8448-C0F3-F25A-4853FC5F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D96F20-4A37-98AF-4089-053F4EC5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B7C1D8-814B-2D75-0138-4033B424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74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6B00CE-67D1-A7E5-A075-3B31C5A7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5381E8-7234-588C-990C-C9D6F9F59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E3773-C89D-A458-4CEB-5F901DC3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1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A0A00-201B-D1CB-ADF4-833B978B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ED1B5-26EC-BF37-AABF-CD4B198FA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666C85-9BA3-D18B-141E-621A6404B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C2B053-E7E9-CC15-DEA6-649BD32D5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DEAF35-53BA-4189-2FFE-FDB5B014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8A837C-4B2C-E1CA-5C66-1ADD21F7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1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43C26-EDAC-8FFD-482B-015E1742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8EF0BE-3B83-C612-2B4F-FE6CD4C8D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F6EAC7-A8C7-4920-00F8-E0EE222C9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A12F05-E3CB-898D-FC85-CFF4DAAF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490077-54C7-87A6-0661-96BCDEAC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042DBE-6FB0-5970-92B9-9A8B9D90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33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95756-18C6-19C3-3468-5D7BFF8D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F0FCFD-4011-5DE9-B5B6-D778A1862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D8A71-3A0F-23C6-F121-ABBA7177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3D7E1-44E6-DE82-D8FE-46872650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001C6-86BA-3EA7-3BE8-008EE6A5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97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92618B-B195-FB82-B618-9D480F3AB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B08D75-73EF-7178-56BF-7AC04CB1F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459B8-DCCD-2D75-9B51-2213714F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DFDD05-8119-37AC-7D1A-EF87B9C4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BDA28-5265-0DE4-B251-5EDABA90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44CE9B-49CA-82F0-80E6-2C86FB47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F1EB8-6732-4622-C88E-AC428221B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927A3-A75B-C4B9-822E-1182000A4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C4789-856B-43C1-A031-71BFA44F5A92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992B7E-0ABB-23E2-7478-B0A96E772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4AB67-C9F2-701A-1FA9-127B7CD84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721D66-6A49-47BC-B91C-3AC4DF9227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520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F01C0D8-9DD3-2157-CFC4-3B62AFA701A4}"/>
              </a:ext>
            </a:extLst>
          </p:cNvPr>
          <p:cNvSpPr/>
          <p:nvPr/>
        </p:nvSpPr>
        <p:spPr>
          <a:xfrm>
            <a:off x="923544" y="493776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词嵌入矩阵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3E9509-8D1A-DA33-3575-C7A7C060083F}"/>
              </a:ext>
            </a:extLst>
          </p:cNvPr>
          <p:cNvSpPr/>
          <p:nvPr/>
        </p:nvSpPr>
        <p:spPr>
          <a:xfrm>
            <a:off x="923544" y="1551432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Tqnet</a:t>
            </a:r>
            <a:r>
              <a:rPr lang="zh-CN" altLang="en-US" dirty="0"/>
              <a:t>的周期查询向量</a:t>
            </a:r>
          </a:p>
        </p:txBody>
      </p:sp>
      <p:sp>
        <p:nvSpPr>
          <p:cNvPr id="6" name="加号 5">
            <a:extLst>
              <a:ext uri="{FF2B5EF4-FFF2-40B4-BE49-F238E27FC236}">
                <a16:creationId xmlns:a16="http://schemas.microsoft.com/office/drawing/2014/main" id="{1D021BFE-E51C-486B-D27D-EB36BDDCE0DA}"/>
              </a:ext>
            </a:extLst>
          </p:cNvPr>
          <p:cNvSpPr/>
          <p:nvPr/>
        </p:nvSpPr>
        <p:spPr>
          <a:xfrm>
            <a:off x="1460754" y="1156716"/>
            <a:ext cx="342900" cy="356616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08C74D5-4CF2-F7CE-4E51-E767F2A3B0E9}"/>
              </a:ext>
            </a:extLst>
          </p:cNvPr>
          <p:cNvCxnSpPr>
            <a:stCxn id="4" idx="3"/>
          </p:cNvCxnSpPr>
          <p:nvPr/>
        </p:nvCxnSpPr>
        <p:spPr>
          <a:xfrm>
            <a:off x="2340864" y="795528"/>
            <a:ext cx="877824" cy="301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8AE279AA-6777-8D84-6E54-78815E5E713D}"/>
              </a:ext>
            </a:extLst>
          </p:cNvPr>
          <p:cNvSpPr/>
          <p:nvPr/>
        </p:nvSpPr>
        <p:spPr>
          <a:xfrm>
            <a:off x="3218688" y="868680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交叉多头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9E637AB-C0A9-D098-85FE-45E22490B612}"/>
              </a:ext>
            </a:extLst>
          </p:cNvPr>
          <p:cNvCxnSpPr>
            <a:stCxn id="5" idx="3"/>
          </p:cNvCxnSpPr>
          <p:nvPr/>
        </p:nvCxnSpPr>
        <p:spPr>
          <a:xfrm flipV="1">
            <a:off x="2340864" y="1348740"/>
            <a:ext cx="877824" cy="504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ECB6054-F559-7FEC-4DBD-05947E9C8FAA}"/>
              </a:ext>
            </a:extLst>
          </p:cNvPr>
          <p:cNvSpPr txBox="1"/>
          <p:nvPr/>
        </p:nvSpPr>
        <p:spPr>
          <a:xfrm>
            <a:off x="2779776" y="493776"/>
            <a:ext cx="185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K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E4F1E34-5A42-1726-1185-25E49F3E8085}"/>
              </a:ext>
            </a:extLst>
          </p:cNvPr>
          <p:cNvSpPr/>
          <p:nvPr/>
        </p:nvSpPr>
        <p:spPr>
          <a:xfrm>
            <a:off x="459486" y="3813048"/>
            <a:ext cx="1671066" cy="1139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经过处理的时间序列信息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969568-861F-5C26-591F-2C1328FD6EFD}"/>
              </a:ext>
            </a:extLst>
          </p:cNvPr>
          <p:cNvSpPr txBox="1"/>
          <p:nvPr/>
        </p:nvSpPr>
        <p:spPr>
          <a:xfrm>
            <a:off x="3537657" y="159562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9A996B-6107-BB56-8795-A3093BF22620}"/>
              </a:ext>
            </a:extLst>
          </p:cNvPr>
          <p:cNvSpPr/>
          <p:nvPr/>
        </p:nvSpPr>
        <p:spPr>
          <a:xfrm>
            <a:off x="2828997" y="4081272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投影层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8AE878E-4361-4957-4785-858D0D26BF97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2130552" y="4383024"/>
            <a:ext cx="698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340E9A4-0FD9-3AFC-8724-F047005A0429}"/>
              </a:ext>
            </a:extLst>
          </p:cNvPr>
          <p:cNvCxnSpPr>
            <a:stCxn id="19" idx="0"/>
          </p:cNvCxnSpPr>
          <p:nvPr/>
        </p:nvCxnSpPr>
        <p:spPr>
          <a:xfrm flipV="1">
            <a:off x="3537657" y="1513332"/>
            <a:ext cx="0" cy="2567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CC336D65-FEFC-D920-B147-64BB54716FE2}"/>
              </a:ext>
            </a:extLst>
          </p:cNvPr>
          <p:cNvSpPr/>
          <p:nvPr/>
        </p:nvSpPr>
        <p:spPr>
          <a:xfrm>
            <a:off x="5263896" y="876824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一层</a:t>
            </a:r>
            <a:r>
              <a:rPr lang="en-US" altLang="zh-CN" dirty="0"/>
              <a:t>gpt2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29AF07-6ED3-7643-C399-78D13EC23766}"/>
              </a:ext>
            </a:extLst>
          </p:cNvPr>
          <p:cNvSpPr/>
          <p:nvPr/>
        </p:nvSpPr>
        <p:spPr>
          <a:xfrm>
            <a:off x="5263896" y="4072129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一层</a:t>
            </a:r>
            <a:r>
              <a:rPr lang="en-US" altLang="zh-CN" dirty="0"/>
              <a:t>gpt2</a:t>
            </a:r>
            <a:endParaRPr lang="zh-CN" altLang="en-US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036817A-4245-A01F-6ED4-876581CD23A9}"/>
              </a:ext>
            </a:extLst>
          </p:cNvPr>
          <p:cNvCxnSpPr>
            <a:stCxn id="9" idx="3"/>
            <a:endCxn id="26" idx="1"/>
          </p:cNvCxnSpPr>
          <p:nvPr/>
        </p:nvCxnSpPr>
        <p:spPr>
          <a:xfrm>
            <a:off x="4636008" y="1170432"/>
            <a:ext cx="627888" cy="8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140971E-99E1-B1EF-D9A2-C5FB0D3EBFE5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 flipV="1">
            <a:off x="4246317" y="4373881"/>
            <a:ext cx="1017579" cy="9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089EE636-2B4A-7A7D-E014-68D8463258F7}"/>
              </a:ext>
            </a:extLst>
          </p:cNvPr>
          <p:cNvSpPr/>
          <p:nvPr/>
        </p:nvSpPr>
        <p:spPr>
          <a:xfrm>
            <a:off x="7465624" y="2389632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三层</a:t>
            </a:r>
            <a:r>
              <a:rPr lang="en-US" altLang="zh-CN" dirty="0" err="1"/>
              <a:t>mlp</a:t>
            </a:r>
            <a:endParaRPr lang="zh-CN" altLang="en-US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3ED1BC1D-3DD6-C059-1132-3B2A0E5BDA6A}"/>
              </a:ext>
            </a:extLst>
          </p:cNvPr>
          <p:cNvCxnSpPr>
            <a:stCxn id="27" idx="3"/>
            <a:endCxn id="32" idx="1"/>
          </p:cNvCxnSpPr>
          <p:nvPr/>
        </p:nvCxnSpPr>
        <p:spPr>
          <a:xfrm flipV="1">
            <a:off x="6681216" y="2691384"/>
            <a:ext cx="784408" cy="16824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89866671-2A46-103D-FD64-01C708C722C5}"/>
              </a:ext>
            </a:extLst>
          </p:cNvPr>
          <p:cNvCxnSpPr>
            <a:stCxn id="26" idx="3"/>
            <a:endCxn id="32" idx="1"/>
          </p:cNvCxnSpPr>
          <p:nvPr/>
        </p:nvCxnSpPr>
        <p:spPr>
          <a:xfrm>
            <a:off x="6681216" y="1178576"/>
            <a:ext cx="784408" cy="15128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DB5CEF5F-E797-611A-1FB5-4B1D26AFF90F}"/>
              </a:ext>
            </a:extLst>
          </p:cNvPr>
          <p:cNvCxnSpPr>
            <a:stCxn id="27" idx="1"/>
          </p:cNvCxnSpPr>
          <p:nvPr/>
        </p:nvCxnSpPr>
        <p:spPr>
          <a:xfrm rot="10800000" flipH="1">
            <a:off x="5263896" y="3657601"/>
            <a:ext cx="1809524" cy="716281"/>
          </a:xfrm>
          <a:prstGeom prst="bentConnector3">
            <a:avLst>
              <a:gd name="adj1" fmla="val -126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13294483-5FEE-830D-4A08-99F096D0F922}"/>
              </a:ext>
            </a:extLst>
          </p:cNvPr>
          <p:cNvSpPr txBox="1"/>
          <p:nvPr/>
        </p:nvSpPr>
        <p:spPr>
          <a:xfrm>
            <a:off x="5538216" y="3347966"/>
            <a:ext cx="86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残差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6D97BD5-2326-6E14-76D0-7D1224AD261C}"/>
              </a:ext>
            </a:extLst>
          </p:cNvPr>
          <p:cNvSpPr txBox="1"/>
          <p:nvPr/>
        </p:nvSpPr>
        <p:spPr>
          <a:xfrm>
            <a:off x="5484422" y="1835159"/>
            <a:ext cx="86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残差</a:t>
            </a:r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506A9255-E3A5-4830-A397-76B73C646A80}"/>
              </a:ext>
            </a:extLst>
          </p:cNvPr>
          <p:cNvCxnSpPr/>
          <p:nvPr/>
        </p:nvCxnSpPr>
        <p:spPr>
          <a:xfrm>
            <a:off x="4949952" y="1178576"/>
            <a:ext cx="2026920" cy="976360"/>
          </a:xfrm>
          <a:prstGeom prst="bentConnector3">
            <a:avLst>
              <a:gd name="adj1" fmla="val 30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6A2FEBD3-BBCD-D320-CAB9-0BE80EE23030}"/>
              </a:ext>
            </a:extLst>
          </p:cNvPr>
          <p:cNvSpPr/>
          <p:nvPr/>
        </p:nvSpPr>
        <p:spPr>
          <a:xfrm>
            <a:off x="9076944" y="2389632"/>
            <a:ext cx="1417320" cy="603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输出投影层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3C0CD657-D0AF-9892-520F-76F810A21817}"/>
              </a:ext>
            </a:extLst>
          </p:cNvPr>
          <p:cNvCxnSpPr>
            <a:stCxn id="32" idx="3"/>
            <a:endCxn id="65" idx="1"/>
          </p:cNvCxnSpPr>
          <p:nvPr/>
        </p:nvCxnSpPr>
        <p:spPr>
          <a:xfrm>
            <a:off x="8882944" y="2691384"/>
            <a:ext cx="19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24B020A0-6E4B-5A93-4B37-31E3FFE5793F}"/>
              </a:ext>
            </a:extLst>
          </p:cNvPr>
          <p:cNvSpPr txBox="1"/>
          <p:nvPr/>
        </p:nvSpPr>
        <p:spPr>
          <a:xfrm>
            <a:off x="5263895" y="2563606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分别用同样的</a:t>
            </a:r>
            <a:r>
              <a:rPr lang="en-US" altLang="zh-CN" dirty="0" err="1"/>
              <a:t>mlp</a:t>
            </a:r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E04005-A50E-8CE8-187B-6403B50D58BA}"/>
              </a:ext>
            </a:extLst>
          </p:cNvPr>
          <p:cNvSpPr txBox="1"/>
          <p:nvPr/>
        </p:nvSpPr>
        <p:spPr>
          <a:xfrm>
            <a:off x="2360041" y="4943857"/>
            <a:ext cx="671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Taskloss</a:t>
            </a:r>
            <a:r>
              <a:rPr lang="en-US" altLang="zh-CN" dirty="0"/>
              <a:t> = </a:t>
            </a:r>
            <a:r>
              <a:rPr lang="zh-CN" altLang="en-US" dirty="0"/>
              <a:t>（文本层于真实数据损失</a:t>
            </a:r>
            <a:r>
              <a:rPr lang="en-US" altLang="zh-CN" dirty="0"/>
              <a:t>+</a:t>
            </a:r>
            <a:r>
              <a:rPr lang="zh-CN" altLang="en-US" dirty="0"/>
              <a:t>时间层与真实数据损失）</a:t>
            </a:r>
            <a:r>
              <a:rPr lang="en-US" altLang="zh-CN" dirty="0"/>
              <a:t>/2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075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59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叶 mercy</dc:creator>
  <cp:lastModifiedBy>叶 mercy</cp:lastModifiedBy>
  <cp:revision>1</cp:revision>
  <dcterms:created xsi:type="dcterms:W3CDTF">2026-05-17T12:01:04Z</dcterms:created>
  <dcterms:modified xsi:type="dcterms:W3CDTF">2026-05-17T12:34:48Z</dcterms:modified>
</cp:coreProperties>
</file>